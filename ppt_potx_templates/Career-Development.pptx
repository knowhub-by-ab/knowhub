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00"/>
    <p:sldId id="257" r:id="rId201"/>
    <p:sldId id="258" r:id="rId202"/>
    <p:sldId id="259" r:id="rId203"/>
    <p:sldId id="260" r:id="rId204"/>
    <p:sldId id="261" r:id="rId205"/>
    <p:sldId id="262" r:id="rId206"/>
    <p:sldId id="263" r:id="rId207"/>
  </p:sldIdLst>
  <p:sldSz cx="12192000" cy="6858000"/>
  <p:notesSz cx="6858000" cy="12192000"/>
  <p:defaultTextStyle>
    <a:lvl1pPr marL="0" indent="0" algn="l">
      <a:buNone/>
      <a:defRPr sz="1800">
        <a:solidFill>
          <a:schemeClr val="tx1"/>
        </a:solidFill>
        <a:latin typeface="+mn-lt"/>
      </a:defRPr>
    </a:lvl1pPr>
    <a:lvl2pPr marL="0" indent="0" algn="l">
      <a:buNone/>
      <a:defRPr sz="1800">
        <a:solidFill>
          <a:schemeClr val="tx1"/>
        </a:solidFill>
        <a:latin typeface="+mn-lt"/>
      </a:defRPr>
    </a:lvl2pPr>
    <a:lvl3pPr marL="0" indent="0" algn="l">
      <a:buNone/>
      <a:defRPr sz="1800">
        <a:solidFill>
          <a:schemeClr val="tx1"/>
        </a:solidFill>
        <a:latin typeface="+mn-lt"/>
      </a:defRPr>
    </a:lvl3pPr>
    <a:lvl4pPr marL="0" indent="0" algn="l">
      <a:buNone/>
      <a:defRPr sz="1800">
        <a:solidFill>
          <a:schemeClr val="tx1"/>
        </a:solidFill>
        <a:latin typeface="+mn-lt"/>
      </a:defRPr>
    </a:lvl4pPr>
    <a:lvl5pPr marL="0" indent="0" algn="l">
      <a:buNone/>
      <a:defRPr sz="1800">
        <a:solidFill>
          <a:schemeClr val="tx1"/>
        </a:solidFill>
        <a:latin typeface="+mn-lt"/>
      </a:defRPr>
    </a:lvl5pPr>
    <a:lvl6pPr marL="0" indent="0" algn="l">
      <a:buNone/>
      <a:defRPr sz="1800">
        <a:solidFill>
          <a:schemeClr val="tx1"/>
        </a:solidFill>
        <a:latin typeface="+mn-lt"/>
      </a:defRPr>
    </a:lvl6pPr>
    <a:lvl7pPr marL="0" indent="0" algn="l">
      <a:buNone/>
      <a:defRPr sz="1800">
        <a:solidFill>
          <a:schemeClr val="tx1"/>
        </a:solidFill>
        <a:latin typeface="+mn-lt"/>
      </a:defRPr>
    </a:lvl7pPr>
    <a:lvl8pPr marL="0" indent="0" algn="l">
      <a:buNone/>
      <a:defRPr sz="1800">
        <a:solidFill>
          <a:schemeClr val="tx1"/>
        </a:solidFill>
        <a:latin typeface="+mn-lt"/>
      </a:defRPr>
    </a:lvl8pPr>
    <a:lvl9pPr marL="0" indent="0" algn="l">
      <a:buNone/>
      <a:defRPr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30" Type="http://schemas.openxmlformats.org/officeDocument/2006/relationships/theme" Target="theme/theme1.xml"/><Relationship Id="rId200" Type="http://schemas.openxmlformats.org/officeDocument/2006/relationships/slide" Target="slides/slide1.xml"/>
<Relationship Id="rId201" Type="http://schemas.openxmlformats.org/officeDocument/2006/relationships/slide" Target="slides/slide2.xml"/>
<Relationship Id="rId202" Type="http://schemas.openxmlformats.org/officeDocument/2006/relationships/slide" Target="slides/slide3.xml"/>
<Relationship Id="rId203" Type="http://schemas.openxmlformats.org/officeDocument/2006/relationships/slide" Target="slides/slide4.xml"/>
<Relationship Id="rId204" Type="http://schemas.openxmlformats.org/officeDocument/2006/relationships/slide" Target="slides/slide5.xml"/>
<Relationship Id="rId205" Type="http://schemas.openxmlformats.org/officeDocument/2006/relationships/slide" Target="slides/slide6.xml"/>
<Relationship Id="rId206" Type="http://schemas.openxmlformats.org/officeDocument/2006/relationships/slide" Target="slides/slide7.xml"/>
<Relationship Id="rId207" Type="http://schemas.openxmlformats.org/officeDocument/2006/relationships/slide" Target="slides/slide8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Video Thumbnail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Panel Fallback"/>
          <p:cNvSpPr/>
          <p:nvPr/>
        </p:nvSpPr>
        <p:spPr>
          <a:xfrm>
            <a:off x="7178040" y="914400"/>
            <a:ext cx="4328160" cy="4846320"/>
          </a:xfrm>
          <a:prstGeom prst="roundRect">
            <a:avLst>
              <a:gd name="adj" fmla="val 6000"/>
            </a:avLst>
          </a:prstGeom>
          <a:solidFill>
            <a:srgbClr val="F70CD4"/>
          </a:solidFill>
        </p:spPr>
        <p:txBody>
          <a:bodyPr/>
          <a:lstStyle/>
          <a:p>
            <a:endParaRPr/>
          </a:p>
        </p:txBody>
      </p:sp>
      <p:sp>
        <p:nvSpPr>
          <p:cNvPr id="3" name="Cover Image"/>
          <p:cNvSpPr>
            <a:spLocks noGrp="1"/>
          </p:cNvSpPr>
          <p:nvPr>
            <p:ph type="pic" idx="1"/>
          </p:nvPr>
        </p:nvSpPr>
        <p:spPr>
          <a:xfrm>
            <a:off x="7178040" y="914400"/>
            <a:ext cx="4328160" cy="4846320"/>
          </a:xfrm>
          <a:prstGeom prst="round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Kicker"/>
          <p:cNvSpPr>
            <a:spLocks noGrp="1"/>
          </p:cNvSpPr>
          <p:nvPr>
            <p:ph type="body" idx="2"/>
          </p:nvPr>
        </p:nvSpPr>
        <p:spPr>
          <a:xfrm>
            <a:off x="685800" y="1371600"/>
            <a:ext cx="603504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 spc="300">
                <a:solidFill>
                  <a:srgbClr val="F70CD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685800" y="1920240"/>
            <a:ext cx="6035040" cy="28346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60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Subtitle"/>
          <p:cNvSpPr>
            <a:spLocks noGrp="1"/>
          </p:cNvSpPr>
          <p:nvPr>
            <p:ph type="subTitle" idx="3"/>
          </p:nvPr>
        </p:nvSpPr>
        <p:spPr>
          <a:xfrm>
            <a:off x="685800" y="5029200"/>
            <a:ext cx="6035040" cy="7315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5A6B85"/>
                </a:solidFill>
                <a:latin typeface="+mn-lt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How To Use This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Guide Body"/>
          <p:cNvSpPr>
            <a:spLocks noGrp="1"/>
          </p:cNvSpPr>
          <p:nvPr>
            <p:ph type="body" idx="1"/>
          </p:nvPr>
        </p:nvSpPr>
        <p:spPr>
          <a:xfrm>
            <a:off x="685800" y="1691640"/>
            <a:ext cx="10820400" cy="4206240"/>
          </a:xfrm>
          <a:prstGeom prst="rect">
            <a:avLst/>
          </a:prstGeom>
        </p:spPr>
        <p:txBody>
          <a:bodyPr/>
          <a:lstStyle>
            <a:lvl1pPr marL="365760" indent="-365760" algn="l">
              <a:spcAft>
                <a:spcPct val="55000"/>
              </a:spcAft>
              <a:buClr>
                <a:srgbClr val="0FBBFA"/>
              </a:buClr>
              <a:buFont typeface="Arial"/>
              <a:buChar char="•"/>
              <a:defRPr sz="18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hip"/>
          <p:cNvSpPr/>
          <p:nvPr/>
        </p:nvSpPr>
        <p:spPr>
          <a:xfrm>
            <a:off x="685800" y="17830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FBBF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4" name="Agenda Item 1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10043160" cy="685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hip"/>
          <p:cNvSpPr/>
          <p:nvPr/>
        </p:nvSpPr>
        <p:spPr>
          <a:xfrm>
            <a:off x="685800" y="26974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6" name="Agenda Item 2"/>
          <p:cNvSpPr>
            <a:spLocks noGrp="1"/>
          </p:cNvSpPr>
          <p:nvPr>
            <p:ph type="body" idx="2"/>
          </p:nvPr>
        </p:nvSpPr>
        <p:spPr>
          <a:xfrm>
            <a:off x="1463040" y="2651760"/>
            <a:ext cx="10043160" cy="685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ip"/>
          <p:cNvSpPr/>
          <p:nvPr/>
        </p:nvSpPr>
        <p:spPr>
          <a:xfrm>
            <a:off x="685800" y="36118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FBBF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8" name="Agenda Item 3"/>
          <p:cNvSpPr>
            <a:spLocks noGrp="1"/>
          </p:cNvSpPr>
          <p:nvPr>
            <p:ph type="body" idx="3"/>
          </p:nvPr>
        </p:nvSpPr>
        <p:spPr>
          <a:xfrm>
            <a:off x="1463040" y="3566160"/>
            <a:ext cx="10043160" cy="685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ip"/>
          <p:cNvSpPr/>
          <p:nvPr/>
        </p:nvSpPr>
        <p:spPr>
          <a:xfrm>
            <a:off x="685800" y="4526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4</a:t>
            </a:r>
          </a:p>
        </p:txBody>
      </p:sp>
      <p:sp>
        <p:nvSpPr>
          <p:cNvPr id="10" name="Agenda Item 4"/>
          <p:cNvSpPr>
            <a:spLocks noGrp="1"/>
          </p:cNvSpPr>
          <p:nvPr>
            <p:ph type="body" idx="4"/>
          </p:nvPr>
        </p:nvSpPr>
        <p:spPr>
          <a:xfrm>
            <a:off x="1463040" y="4480560"/>
            <a:ext cx="10043160" cy="685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4_Section Divider">
    <p:bg>
      <p:bgPr>
        <a:solidFill>
          <a:srgbClr val="EBE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>
            <a:spLocks noGrp="1"/>
          </p:cNvSpPr>
          <p:nvPr>
            <p:ph type="body" idx="2"/>
          </p:nvPr>
        </p:nvSpPr>
        <p:spPr>
          <a:xfrm>
            <a:off x="685800" y="1371600"/>
            <a:ext cx="2743200" cy="15544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0" b="1">
                <a:solidFill>
                  <a:srgbClr val="F70C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ection Title"/>
          <p:cNvSpPr>
            <a:spLocks noGrp="1"/>
          </p:cNvSpPr>
          <p:nvPr>
            <p:ph type="title"/>
          </p:nvPr>
        </p:nvSpPr>
        <p:spPr>
          <a:xfrm>
            <a:off x="685800" y="2834640"/>
            <a:ext cx="10820400" cy="15544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ection Description"/>
          <p:cNvSpPr>
            <a:spLocks noGrp="1"/>
          </p:cNvSpPr>
          <p:nvPr>
            <p:ph type="body" idx="1"/>
          </p:nvPr>
        </p:nvSpPr>
        <p:spPr>
          <a:xfrm>
            <a:off x="685800" y="4480560"/>
            <a:ext cx="10820400" cy="10972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5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5800" y="1691640"/>
            <a:ext cx="10820400" cy="4206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6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685800" y="1691640"/>
            <a:ext cx="5181600" cy="4206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6324600" y="1691640"/>
            <a:ext cx="5181600" cy="4206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7_Three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ard 1"/>
          <p:cNvSpPr/>
          <p:nvPr/>
        </p:nvSpPr>
        <p:spPr>
          <a:xfrm>
            <a:off x="685800" y="1965960"/>
            <a:ext cx="3362960" cy="3566160"/>
          </a:xfrm>
          <a:prstGeom prst="roundRect">
            <a:avLst>
              <a:gd name="adj" fmla="val 6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4" name="Chip"/>
          <p:cNvSpPr/>
          <p:nvPr/>
        </p:nvSpPr>
        <p:spPr>
          <a:xfrm>
            <a:off x="1005840" y="22860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FBBF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5" name="Point 1"/>
          <p:cNvSpPr>
            <a:spLocks noGrp="1"/>
          </p:cNvSpPr>
          <p:nvPr>
            <p:ph type="body" idx="1"/>
          </p:nvPr>
        </p:nvSpPr>
        <p:spPr>
          <a:xfrm>
            <a:off x="1005840" y="3108960"/>
            <a:ext cx="2722880" cy="2103120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ct val="40000"/>
              </a:spcAft>
              <a:buNone/>
              <a:defRPr sz="2000" b="1">
                <a:solidFill>
                  <a:srgbClr val="1A2B45"/>
                </a:solidFill>
                <a:latin typeface="+mj-lt"/>
              </a:defRPr>
            </a:lvl1pPr>
            <a:lvl2pPr marL="0" indent="0" algn="l">
              <a:buNone/>
              <a:defRPr sz="1600">
                <a:solidFill>
                  <a:srgbClr val="5A6B8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ard 2"/>
          <p:cNvSpPr/>
          <p:nvPr/>
        </p:nvSpPr>
        <p:spPr>
          <a:xfrm>
            <a:off x="4414520" y="1965960"/>
            <a:ext cx="3362960" cy="3566160"/>
          </a:xfrm>
          <a:prstGeom prst="roundRect">
            <a:avLst>
              <a:gd name="adj" fmla="val 6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7" name="Chip"/>
          <p:cNvSpPr/>
          <p:nvPr/>
        </p:nvSpPr>
        <p:spPr>
          <a:xfrm>
            <a:off x="4734560" y="22860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8" name="Point 2"/>
          <p:cNvSpPr>
            <a:spLocks noGrp="1"/>
          </p:cNvSpPr>
          <p:nvPr>
            <p:ph type="body" idx="2"/>
          </p:nvPr>
        </p:nvSpPr>
        <p:spPr>
          <a:xfrm>
            <a:off x="4734560" y="3108960"/>
            <a:ext cx="2722880" cy="2103120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ct val="40000"/>
              </a:spcAft>
              <a:buNone/>
              <a:defRPr sz="2000" b="1">
                <a:solidFill>
                  <a:srgbClr val="1A2B45"/>
                </a:solidFill>
                <a:latin typeface="+mj-lt"/>
              </a:defRPr>
            </a:lvl1pPr>
            <a:lvl2pPr marL="0" indent="0" algn="l">
              <a:buNone/>
              <a:defRPr sz="1600">
                <a:solidFill>
                  <a:srgbClr val="5A6B8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ard 3"/>
          <p:cNvSpPr/>
          <p:nvPr/>
        </p:nvSpPr>
        <p:spPr>
          <a:xfrm>
            <a:off x="8143240" y="1965960"/>
            <a:ext cx="3362960" cy="3566160"/>
          </a:xfrm>
          <a:prstGeom prst="roundRect">
            <a:avLst>
              <a:gd name="adj" fmla="val 6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10" name="Chip"/>
          <p:cNvSpPr/>
          <p:nvPr/>
        </p:nvSpPr>
        <p:spPr>
          <a:xfrm>
            <a:off x="8463280" y="22860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A2B45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11" name="Point 3"/>
          <p:cNvSpPr>
            <a:spLocks noGrp="1"/>
          </p:cNvSpPr>
          <p:nvPr>
            <p:ph type="body" idx="3"/>
          </p:nvPr>
        </p:nvSpPr>
        <p:spPr>
          <a:xfrm>
            <a:off x="8463280" y="3108960"/>
            <a:ext cx="2722880" cy="2103120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ct val="40000"/>
              </a:spcAft>
              <a:buNone/>
              <a:defRPr sz="2000" b="1">
                <a:solidFill>
                  <a:srgbClr val="1A2B45"/>
                </a:solidFill>
                <a:latin typeface="+mj-lt"/>
              </a:defRPr>
            </a:lvl1pPr>
            <a:lvl2pPr marL="0" indent="0" algn="l">
              <a:buNone/>
              <a:defRPr sz="1600">
                <a:solidFill>
                  <a:srgbClr val="5A6B8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8_Head-to-Hea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Left Card"/>
          <p:cNvSpPr/>
          <p:nvPr/>
        </p:nvSpPr>
        <p:spPr>
          <a:xfrm>
            <a:off x="685800" y="1783080"/>
            <a:ext cx="4884420" cy="4114800"/>
          </a:xfrm>
          <a:prstGeom prst="roundRect">
            <a:avLst>
              <a:gd name="adj" fmla="val 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4" name="Right Card"/>
          <p:cNvSpPr/>
          <p:nvPr/>
        </p:nvSpPr>
        <p:spPr>
          <a:xfrm>
            <a:off x="6621780" y="1783080"/>
            <a:ext cx="4884420" cy="4114800"/>
          </a:xfrm>
          <a:prstGeom prst="roundRect">
            <a:avLst>
              <a:gd name="adj" fmla="val 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5" name="Left Side"/>
          <p:cNvSpPr>
            <a:spLocks noGrp="1"/>
          </p:cNvSpPr>
          <p:nvPr>
            <p:ph type="body" idx="1"/>
          </p:nvPr>
        </p:nvSpPr>
        <p:spPr>
          <a:xfrm>
            <a:off x="1051560" y="2148840"/>
            <a:ext cx="4152900" cy="3383280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ct val="40000"/>
              </a:spcAft>
              <a:buNone/>
              <a:defRPr sz="2200" b="1">
                <a:solidFill>
                  <a:srgbClr val="0B8FC2"/>
                </a:solidFill>
                <a:latin typeface="+mj-lt"/>
              </a:defRPr>
            </a:lvl1pPr>
            <a:lvl2pPr marL="274320" indent="-274320" algn="l">
              <a:buClr>
                <a:srgbClr val="0FBBFA"/>
              </a:buClr>
              <a:buFont typeface="Arial"/>
              <a:buChar char="•"/>
              <a:defRPr sz="1700">
                <a:solidFill>
                  <a:srgbClr val="1A2B4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Side"/>
          <p:cNvSpPr>
            <a:spLocks noGrp="1"/>
          </p:cNvSpPr>
          <p:nvPr>
            <p:ph type="body" idx="2"/>
          </p:nvPr>
        </p:nvSpPr>
        <p:spPr>
          <a:xfrm>
            <a:off x="6987540" y="2148840"/>
            <a:ext cx="4152900" cy="3383280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ct val="40000"/>
              </a:spcAft>
              <a:buNone/>
              <a:defRPr sz="2200" b="1">
                <a:solidFill>
                  <a:srgbClr val="C40AA8"/>
                </a:solidFill>
                <a:latin typeface="+mj-lt"/>
              </a:defRPr>
            </a:lvl1pPr>
            <a:lvl2pPr marL="274320" indent="-274320" algn="l">
              <a:buClr>
                <a:srgbClr val="F70CD4"/>
              </a:buClr>
              <a:buFont typeface="Arial"/>
              <a:buChar char="•"/>
              <a:defRPr sz="1700">
                <a:solidFill>
                  <a:srgbClr val="1A2B4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ip"/>
          <p:cNvSpPr/>
          <p:nvPr/>
        </p:nvSpPr>
        <p:spPr>
          <a:xfrm>
            <a:off x="5661660" y="3406140"/>
            <a:ext cx="868680" cy="868680"/>
          </a:xfrm>
          <a:prstGeom prst="roundRect">
            <a:avLst>
              <a:gd name="adj" fmla="val 30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+mj-lt"/>
              </a:rPr>
              <a:t>VS</a:t>
            </a:r>
          </a:p>
        </p:txBody>
      </p:sp>
      <p:sp>
        <p:nvSpPr>
          <p:cNvPr id="8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9_Pros &amp; 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ros Card"/>
          <p:cNvSpPr/>
          <p:nvPr/>
        </p:nvSpPr>
        <p:spPr>
          <a:xfrm>
            <a:off x="685800" y="1783080"/>
            <a:ext cx="5181600" cy="4114800"/>
          </a:xfrm>
          <a:prstGeom prst="roundRect">
            <a:avLst>
              <a:gd name="adj" fmla="val 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4" name="Cons Card"/>
          <p:cNvSpPr/>
          <p:nvPr/>
        </p:nvSpPr>
        <p:spPr>
          <a:xfrm>
            <a:off x="6324600" y="1783080"/>
            <a:ext cx="5181600" cy="4114800"/>
          </a:xfrm>
          <a:prstGeom prst="roundRect">
            <a:avLst>
              <a:gd name="adj" fmla="val 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5" name="Pros Label"/>
          <p:cNvSpPr/>
          <p:nvPr/>
        </p:nvSpPr>
        <p:spPr>
          <a:xfrm>
            <a:off x="1051560" y="2057400"/>
            <a:ext cx="445008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800" b="1">
                <a:solidFill>
                  <a:srgbClr val="0B8FC2"/>
                </a:solidFill>
                <a:latin typeface="+mj-lt"/>
              </a:rPr>
              <a:t>PROS</a:t>
            </a:r>
          </a:p>
        </p:txBody>
      </p:sp>
      <p:sp>
        <p:nvSpPr>
          <p:cNvPr id="6" name="Cons Label"/>
          <p:cNvSpPr/>
          <p:nvPr/>
        </p:nvSpPr>
        <p:spPr>
          <a:xfrm>
            <a:off x="6690360" y="2057400"/>
            <a:ext cx="445008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800" b="1">
                <a:solidFill>
                  <a:srgbClr val="C40AA8"/>
                </a:solidFill>
                <a:latin typeface="+mj-lt"/>
              </a:rPr>
              <a:t>CONS</a:t>
            </a:r>
          </a:p>
        </p:txBody>
      </p:sp>
      <p:sp>
        <p:nvSpPr>
          <p:cNvPr id="7" name="Pros List"/>
          <p:cNvSpPr>
            <a:spLocks noGrp="1"/>
          </p:cNvSpPr>
          <p:nvPr>
            <p:ph type="body" idx="1"/>
          </p:nvPr>
        </p:nvSpPr>
        <p:spPr>
          <a:xfrm>
            <a:off x="1051560" y="2606040"/>
            <a:ext cx="4450080" cy="3017520"/>
          </a:xfrm>
          <a:prstGeom prst="rect">
            <a:avLst/>
          </a:prstGeom>
        </p:spPr>
        <p:txBody>
          <a:bodyPr/>
          <a:lstStyle>
            <a:lvl1pPr marL="320040" indent="-320040" algn="l">
              <a:spcAft>
                <a:spcPct val="35000"/>
              </a:spcAft>
              <a:buClr>
                <a:srgbClr val="0FBBFA"/>
              </a:buClr>
              <a:buFont typeface="Arial"/>
              <a:buChar char="+"/>
              <a:defRPr sz="17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s List"/>
          <p:cNvSpPr>
            <a:spLocks noGrp="1"/>
          </p:cNvSpPr>
          <p:nvPr>
            <p:ph type="body" idx="2"/>
          </p:nvPr>
        </p:nvSpPr>
        <p:spPr>
          <a:xfrm>
            <a:off x="6690360" y="2606040"/>
            <a:ext cx="4450080" cy="3017520"/>
          </a:xfrm>
          <a:prstGeom prst="rect">
            <a:avLst/>
          </a:prstGeom>
        </p:spPr>
        <p:txBody>
          <a:bodyPr/>
          <a:lstStyle>
            <a:lvl1pPr marL="320040" indent="-320040" algn="l">
              <a:spcAft>
                <a:spcPct val="35000"/>
              </a:spcAft>
              <a:buClr>
                <a:srgbClr val="F70CD4"/>
              </a:buClr>
              <a:buFont typeface="Arial"/>
              <a:buChar char="–"/>
              <a:defRPr sz="17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body" idx="1"/>
          </p:nvPr>
        </p:nvSpPr>
        <p:spPr>
          <a:xfrm>
            <a:off x="1280160" y="2103120"/>
            <a:ext cx="9631680" cy="25603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rgbClr val="1A2B4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Big Sta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 Number"/>
          <p:cNvSpPr>
            <a:spLocks noGrp="1"/>
          </p:cNvSpPr>
          <p:nvPr>
            <p:ph type="title"/>
          </p:nvPr>
        </p:nvSpPr>
        <p:spPr>
          <a:xfrm>
            <a:off x="914400" y="1737360"/>
            <a:ext cx="10363200" cy="23774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rgbClr val="F70CD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tat Label"/>
          <p:cNvSpPr>
            <a:spLocks noGrp="1"/>
          </p:cNvSpPr>
          <p:nvPr>
            <p:ph type="body" idx="1"/>
          </p:nvPr>
        </p:nvSpPr>
        <p:spPr>
          <a:xfrm>
            <a:off x="1280160" y="4297680"/>
            <a:ext cx="963168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Stat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tat 1 Number"/>
          <p:cNvSpPr>
            <a:spLocks noGrp="1"/>
          </p:cNvSpPr>
          <p:nvPr>
            <p:ph type="body" idx="1"/>
          </p:nvPr>
        </p:nvSpPr>
        <p:spPr>
          <a:xfrm>
            <a:off x="685800" y="2011680"/>
            <a:ext cx="3362960" cy="14630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rgbClr val="0FBBFA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tat 1 Label"/>
          <p:cNvSpPr>
            <a:spLocks noGrp="1"/>
          </p:cNvSpPr>
          <p:nvPr>
            <p:ph type="body" idx="4"/>
          </p:nvPr>
        </p:nvSpPr>
        <p:spPr>
          <a:xfrm>
            <a:off x="685800" y="3566160"/>
            <a:ext cx="336296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tat 2 Number"/>
          <p:cNvSpPr>
            <a:spLocks noGrp="1"/>
          </p:cNvSpPr>
          <p:nvPr>
            <p:ph type="body" idx="2"/>
          </p:nvPr>
        </p:nvSpPr>
        <p:spPr>
          <a:xfrm>
            <a:off x="4414520" y="2011680"/>
            <a:ext cx="3362960" cy="14630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rgbClr val="F70C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tat 2 Label"/>
          <p:cNvSpPr>
            <a:spLocks noGrp="1"/>
          </p:cNvSpPr>
          <p:nvPr>
            <p:ph type="body" idx="5"/>
          </p:nvPr>
        </p:nvSpPr>
        <p:spPr>
          <a:xfrm>
            <a:off x="4414520" y="3566160"/>
            <a:ext cx="336296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tat 3 Number"/>
          <p:cNvSpPr>
            <a:spLocks noGrp="1"/>
          </p:cNvSpPr>
          <p:nvPr>
            <p:ph type="body" idx="3"/>
          </p:nvPr>
        </p:nvSpPr>
        <p:spPr>
          <a:xfrm>
            <a:off x="8143240" y="2011680"/>
            <a:ext cx="3362960" cy="14630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rgbClr val="0B8FC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tat 3 Label"/>
          <p:cNvSpPr>
            <a:spLocks noGrp="1"/>
          </p:cNvSpPr>
          <p:nvPr>
            <p:ph type="body" idx="6"/>
          </p:nvPr>
        </p:nvSpPr>
        <p:spPr>
          <a:xfrm>
            <a:off x="8143240" y="3566160"/>
            <a:ext cx="336296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Definition / T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1"/>
          </p:nvPr>
        </p:nvSpPr>
        <p:spPr>
          <a:xfrm>
            <a:off x="685800" y="1280160"/>
            <a:ext cx="10820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00" b="1" spc="3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rm"/>
          <p:cNvSpPr>
            <a:spLocks noGrp="1"/>
          </p:cNvSpPr>
          <p:nvPr>
            <p:ph type="title"/>
          </p:nvPr>
        </p:nvSpPr>
        <p:spPr>
          <a:xfrm>
            <a:off x="685800" y="1828800"/>
            <a:ext cx="10820400" cy="12801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F70CD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Definition"/>
          <p:cNvSpPr>
            <a:spLocks noGrp="1"/>
          </p:cNvSpPr>
          <p:nvPr>
            <p:ph type="body" idx="2"/>
          </p:nvPr>
        </p:nvSpPr>
        <p:spPr>
          <a:xfrm>
            <a:off x="685800" y="3383280"/>
            <a:ext cx="10820400" cy="20116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Proces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rack"/>
          <p:cNvSpPr/>
          <p:nvPr/>
        </p:nvSpPr>
        <p:spPr>
          <a:xfrm>
            <a:off x="685800" y="2459736"/>
            <a:ext cx="10820400" cy="36576"/>
          </a:xfrm>
          <a:prstGeom prst="rect">
            <a:avLst/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4" name="Chip"/>
          <p:cNvSpPr/>
          <p:nvPr/>
        </p:nvSpPr>
        <p:spPr>
          <a:xfrm>
            <a:off x="1634871" y="21945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FBBF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5" name="Step 1"/>
          <p:cNvSpPr>
            <a:spLocks noGrp="1"/>
          </p:cNvSpPr>
          <p:nvPr>
            <p:ph type="body" idx="1"/>
          </p:nvPr>
        </p:nvSpPr>
        <p:spPr>
          <a:xfrm>
            <a:off x="685800" y="3017520"/>
            <a:ext cx="2465070" cy="2011680"/>
          </a:xfrm>
          <a:prstGeom prst="rect">
            <a:avLst/>
          </a:prstGeom>
        </p:spPr>
        <p:txBody>
          <a:bodyPr/>
          <a:lstStyle>
            <a:lvl1pPr marL="0" indent="0" algn="ctr">
              <a:spcAft>
                <a:spcPct val="25000"/>
              </a:spcAft>
              <a:buNone/>
              <a:defRPr sz="1800" b="1">
                <a:solidFill>
                  <a:srgbClr val="1A2B45"/>
                </a:solidFill>
                <a:latin typeface="+mj-lt"/>
              </a:defRPr>
            </a:lvl1pPr>
            <a:lvl2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ip"/>
          <p:cNvSpPr/>
          <p:nvPr/>
        </p:nvSpPr>
        <p:spPr>
          <a:xfrm>
            <a:off x="4419981" y="21945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7" name="Step 2"/>
          <p:cNvSpPr>
            <a:spLocks noGrp="1"/>
          </p:cNvSpPr>
          <p:nvPr>
            <p:ph type="body" idx="2"/>
          </p:nvPr>
        </p:nvSpPr>
        <p:spPr>
          <a:xfrm>
            <a:off x="3470910" y="3017520"/>
            <a:ext cx="2465070" cy="2011680"/>
          </a:xfrm>
          <a:prstGeom prst="rect">
            <a:avLst/>
          </a:prstGeom>
        </p:spPr>
        <p:txBody>
          <a:bodyPr/>
          <a:lstStyle>
            <a:lvl1pPr marL="0" indent="0" algn="ctr">
              <a:spcAft>
                <a:spcPct val="25000"/>
              </a:spcAft>
              <a:buNone/>
              <a:defRPr sz="1800" b="1">
                <a:solidFill>
                  <a:srgbClr val="1A2B45"/>
                </a:solidFill>
                <a:latin typeface="+mj-lt"/>
              </a:defRPr>
            </a:lvl1pPr>
            <a:lvl2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hip"/>
          <p:cNvSpPr/>
          <p:nvPr/>
        </p:nvSpPr>
        <p:spPr>
          <a:xfrm>
            <a:off x="7205091" y="21945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FBBF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9" name="Step 3"/>
          <p:cNvSpPr>
            <a:spLocks noGrp="1"/>
          </p:cNvSpPr>
          <p:nvPr>
            <p:ph type="body" idx="3"/>
          </p:nvPr>
        </p:nvSpPr>
        <p:spPr>
          <a:xfrm>
            <a:off x="6256020" y="3017520"/>
            <a:ext cx="2465070" cy="2011680"/>
          </a:xfrm>
          <a:prstGeom prst="rect">
            <a:avLst/>
          </a:prstGeom>
        </p:spPr>
        <p:txBody>
          <a:bodyPr/>
          <a:lstStyle>
            <a:lvl1pPr marL="0" indent="0" algn="ctr">
              <a:spcAft>
                <a:spcPct val="25000"/>
              </a:spcAft>
              <a:buNone/>
              <a:defRPr sz="1800" b="1">
                <a:solidFill>
                  <a:srgbClr val="1A2B45"/>
                </a:solidFill>
                <a:latin typeface="+mj-lt"/>
              </a:defRPr>
            </a:lvl1pPr>
            <a:lvl2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hip"/>
          <p:cNvSpPr/>
          <p:nvPr/>
        </p:nvSpPr>
        <p:spPr>
          <a:xfrm>
            <a:off x="9990201" y="21945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4</a:t>
            </a:r>
          </a:p>
        </p:txBody>
      </p:sp>
      <p:sp>
        <p:nvSpPr>
          <p:cNvPr id="11" name="Step 4"/>
          <p:cNvSpPr>
            <a:spLocks noGrp="1"/>
          </p:cNvSpPr>
          <p:nvPr>
            <p:ph type="body" idx="4"/>
          </p:nvPr>
        </p:nvSpPr>
        <p:spPr>
          <a:xfrm>
            <a:off x="9041130" y="3017520"/>
            <a:ext cx="2465070" cy="2011680"/>
          </a:xfrm>
          <a:prstGeom prst="rect">
            <a:avLst/>
          </a:prstGeom>
        </p:spPr>
        <p:txBody>
          <a:bodyPr/>
          <a:lstStyle>
            <a:lvl1pPr marL="0" indent="0" algn="ctr">
              <a:spcAft>
                <a:spcPct val="25000"/>
              </a:spcAft>
              <a:buNone/>
              <a:defRPr sz="1800" b="1">
                <a:solidFill>
                  <a:srgbClr val="1A2B45"/>
                </a:solidFill>
                <a:latin typeface="+mj-lt"/>
              </a:defRPr>
            </a:lvl1pPr>
            <a:lvl2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Row 1"/>
          <p:cNvSpPr/>
          <p:nvPr/>
        </p:nvSpPr>
        <p:spPr>
          <a:xfrm>
            <a:off x="685800" y="1737360"/>
            <a:ext cx="10820400" cy="731520"/>
          </a:xfrm>
          <a:prstGeom prst="roundRect">
            <a:avLst>
              <a:gd name="adj" fmla="val 12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4" name="Box 1"/>
          <p:cNvSpPr/>
          <p:nvPr/>
        </p:nvSpPr>
        <p:spPr>
          <a:xfrm>
            <a:off x="914400" y="1920240"/>
            <a:ext cx="365760" cy="36576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FBBF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tep 1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9814560" cy="7315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ow 2"/>
          <p:cNvSpPr/>
          <p:nvPr/>
        </p:nvSpPr>
        <p:spPr>
          <a:xfrm>
            <a:off x="685800" y="2651760"/>
            <a:ext cx="10820400" cy="731520"/>
          </a:xfrm>
          <a:prstGeom prst="roundRect">
            <a:avLst>
              <a:gd name="adj" fmla="val 12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7" name="Box 2"/>
          <p:cNvSpPr/>
          <p:nvPr/>
        </p:nvSpPr>
        <p:spPr>
          <a:xfrm>
            <a:off x="914400" y="2834640"/>
            <a:ext cx="365760" cy="36576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FBBF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Step 2"/>
          <p:cNvSpPr>
            <a:spLocks noGrp="1"/>
          </p:cNvSpPr>
          <p:nvPr>
            <p:ph type="body" idx="2"/>
          </p:nvPr>
        </p:nvSpPr>
        <p:spPr>
          <a:xfrm>
            <a:off x="1463040" y="2651760"/>
            <a:ext cx="9814560" cy="7315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ow 3"/>
          <p:cNvSpPr/>
          <p:nvPr/>
        </p:nvSpPr>
        <p:spPr>
          <a:xfrm>
            <a:off x="685800" y="3566160"/>
            <a:ext cx="10820400" cy="731520"/>
          </a:xfrm>
          <a:prstGeom prst="roundRect">
            <a:avLst>
              <a:gd name="adj" fmla="val 12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10" name="Box 3"/>
          <p:cNvSpPr/>
          <p:nvPr/>
        </p:nvSpPr>
        <p:spPr>
          <a:xfrm>
            <a:off x="914400" y="3749040"/>
            <a:ext cx="365760" cy="36576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FBBF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tep 3"/>
          <p:cNvSpPr>
            <a:spLocks noGrp="1"/>
          </p:cNvSpPr>
          <p:nvPr>
            <p:ph type="body" idx="3"/>
          </p:nvPr>
        </p:nvSpPr>
        <p:spPr>
          <a:xfrm>
            <a:off x="1463040" y="3566160"/>
            <a:ext cx="9814560" cy="7315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w 4"/>
          <p:cNvSpPr/>
          <p:nvPr/>
        </p:nvSpPr>
        <p:spPr>
          <a:xfrm>
            <a:off x="685800" y="4480560"/>
            <a:ext cx="10820400" cy="731520"/>
          </a:xfrm>
          <a:prstGeom prst="roundRect">
            <a:avLst>
              <a:gd name="adj" fmla="val 12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13" name="Box 4"/>
          <p:cNvSpPr/>
          <p:nvPr/>
        </p:nvSpPr>
        <p:spPr>
          <a:xfrm>
            <a:off x="914400" y="4663440"/>
            <a:ext cx="365760" cy="36576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FBBF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Step 4"/>
          <p:cNvSpPr>
            <a:spLocks noGrp="1"/>
          </p:cNvSpPr>
          <p:nvPr>
            <p:ph type="body" idx="4"/>
          </p:nvPr>
        </p:nvSpPr>
        <p:spPr>
          <a:xfrm>
            <a:off x="1463040" y="4480560"/>
            <a:ext cx="9814560" cy="7315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Myth vs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yth Card"/>
          <p:cNvSpPr/>
          <p:nvPr/>
        </p:nvSpPr>
        <p:spPr>
          <a:xfrm>
            <a:off x="685800" y="1554480"/>
            <a:ext cx="10820400" cy="2011680"/>
          </a:xfrm>
          <a:prstGeom prst="roundRect">
            <a:avLst>
              <a:gd name="adj" fmla="val 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3" name="Fact Card"/>
          <p:cNvSpPr/>
          <p:nvPr/>
        </p:nvSpPr>
        <p:spPr>
          <a:xfrm>
            <a:off x="685800" y="3794760"/>
            <a:ext cx="10820400" cy="2011680"/>
          </a:xfrm>
          <a:prstGeom prst="roundRect">
            <a:avLst>
              <a:gd name="adj" fmla="val 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4" name="Myth Label"/>
          <p:cNvSpPr/>
          <p:nvPr/>
        </p:nvSpPr>
        <p:spPr>
          <a:xfrm>
            <a:off x="1051560" y="1783080"/>
            <a:ext cx="22860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700" b="1">
                <a:solidFill>
                  <a:srgbClr val="C40AA8"/>
                </a:solidFill>
                <a:latin typeface="+mj-lt"/>
              </a:rPr>
              <a:t>✗ MYTH</a:t>
            </a:r>
          </a:p>
        </p:txBody>
      </p:sp>
      <p:sp>
        <p:nvSpPr>
          <p:cNvPr id="5" name="Fact Label"/>
          <p:cNvSpPr/>
          <p:nvPr/>
        </p:nvSpPr>
        <p:spPr>
          <a:xfrm>
            <a:off x="1051560" y="4023360"/>
            <a:ext cx="2286000" cy="4572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700" b="1">
                <a:solidFill>
                  <a:srgbClr val="0B8FC2"/>
                </a:solidFill>
                <a:latin typeface="+mj-lt"/>
              </a:rPr>
              <a:t>✓ FACT</a:t>
            </a:r>
          </a:p>
        </p:txBody>
      </p:sp>
      <p:sp>
        <p:nvSpPr>
          <p:cNvPr id="6" name="Myth Text"/>
          <p:cNvSpPr>
            <a:spLocks noGrp="1"/>
          </p:cNvSpPr>
          <p:nvPr>
            <p:ph type="body" idx="1"/>
          </p:nvPr>
        </p:nvSpPr>
        <p:spPr>
          <a:xfrm>
            <a:off x="1051560" y="2331720"/>
            <a:ext cx="10088880" cy="10058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act Text"/>
          <p:cNvSpPr>
            <a:spLocks noGrp="1"/>
          </p:cNvSpPr>
          <p:nvPr>
            <p:ph type="body" idx="2"/>
          </p:nvPr>
        </p:nvSpPr>
        <p:spPr>
          <a:xfrm>
            <a:off x="1051560" y="4572000"/>
            <a:ext cx="10088880" cy="10058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7_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685800" y="1691640"/>
            <a:ext cx="4977384" cy="4206240"/>
          </a:xfrm>
          <a:prstGeom prst="rect">
            <a:avLst/>
          </a:prstGeom>
          <a:solidFill>
            <a:srgbClr val="EBE6EA"/>
          </a:solidFill>
        </p:spPr>
        <p:txBody>
          <a:bodyPr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2"/>
          </p:nvPr>
        </p:nvSpPr>
        <p:spPr>
          <a:xfrm>
            <a:off x="6120384" y="1691640"/>
            <a:ext cx="5385816" cy="4206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8_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 Image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6EA"/>
          </a:solidFill>
        </p:spPr>
        <p:txBody>
          <a:bodyPr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Overlay Bar"/>
          <p:cNvSpPr/>
          <p:nvPr/>
        </p:nvSpPr>
        <p:spPr>
          <a:xfrm>
            <a:off x="0" y="5669280"/>
            <a:ext cx="12192000" cy="1188720"/>
          </a:xfrm>
          <a:prstGeom prst="rect">
            <a:avLst/>
          </a:prstGeom>
          <a:solidFill>
            <a:srgbClr val="1A2B45"/>
          </a:solidFill>
        </p:spPr>
        <p:txBody>
          <a:bodyPr/>
          <a:lstStyle/>
          <a:p>
            <a:endParaRPr/>
          </a:p>
        </p:txBody>
      </p:sp>
      <p:sp>
        <p:nvSpPr>
          <p:cNvPr id="4" name="Overlay Title"/>
          <p:cNvSpPr>
            <a:spLocks noGrp="1"/>
          </p:cNvSpPr>
          <p:nvPr>
            <p:ph type="title"/>
          </p:nvPr>
        </p:nvSpPr>
        <p:spPr>
          <a:xfrm>
            <a:off x="685800" y="5806440"/>
            <a:ext cx="935736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9_Gallery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Image 1"/>
          <p:cNvSpPr>
            <a:spLocks noGrp="1"/>
          </p:cNvSpPr>
          <p:nvPr>
            <p:ph type="pic" idx="1"/>
          </p:nvPr>
        </p:nvSpPr>
        <p:spPr>
          <a:xfrm>
            <a:off x="685800" y="1737360"/>
            <a:ext cx="5227320" cy="1554480"/>
          </a:xfrm>
          <a:prstGeom prst="rect">
            <a:avLst/>
          </a:prstGeom>
          <a:solidFill>
            <a:srgbClr val="EBE6EA"/>
          </a:solidFill>
        </p:spPr>
        <p:txBody>
          <a:bodyPr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Caption 1"/>
          <p:cNvSpPr>
            <a:spLocks noGrp="1"/>
          </p:cNvSpPr>
          <p:nvPr>
            <p:ph type="body" idx="5"/>
          </p:nvPr>
        </p:nvSpPr>
        <p:spPr>
          <a:xfrm>
            <a:off x="685800" y="3337560"/>
            <a:ext cx="5227320" cy="365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mage 2"/>
          <p:cNvSpPr>
            <a:spLocks noGrp="1"/>
          </p:cNvSpPr>
          <p:nvPr>
            <p:ph type="pic" idx="2"/>
          </p:nvPr>
        </p:nvSpPr>
        <p:spPr>
          <a:xfrm>
            <a:off x="6278880" y="1737360"/>
            <a:ext cx="5227320" cy="1554480"/>
          </a:xfrm>
          <a:prstGeom prst="rect">
            <a:avLst/>
          </a:prstGeom>
          <a:solidFill>
            <a:srgbClr val="EBE6EA"/>
          </a:solidFill>
        </p:spPr>
        <p:txBody>
          <a:bodyPr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Caption 2"/>
          <p:cNvSpPr>
            <a:spLocks noGrp="1"/>
          </p:cNvSpPr>
          <p:nvPr>
            <p:ph type="body" idx="6"/>
          </p:nvPr>
        </p:nvSpPr>
        <p:spPr>
          <a:xfrm>
            <a:off x="6278880" y="3337560"/>
            <a:ext cx="5227320" cy="365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mage 3"/>
          <p:cNvSpPr>
            <a:spLocks noGrp="1"/>
          </p:cNvSpPr>
          <p:nvPr>
            <p:ph type="pic" idx="3"/>
          </p:nvPr>
        </p:nvSpPr>
        <p:spPr>
          <a:xfrm>
            <a:off x="685800" y="4069080"/>
            <a:ext cx="5227320" cy="1554480"/>
          </a:xfrm>
          <a:prstGeom prst="rect">
            <a:avLst/>
          </a:prstGeom>
          <a:solidFill>
            <a:srgbClr val="EBE6EA"/>
          </a:solidFill>
        </p:spPr>
        <p:txBody>
          <a:bodyPr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Caption 3"/>
          <p:cNvSpPr>
            <a:spLocks noGrp="1"/>
          </p:cNvSpPr>
          <p:nvPr>
            <p:ph type="body" idx="7"/>
          </p:nvPr>
        </p:nvSpPr>
        <p:spPr>
          <a:xfrm>
            <a:off x="685800" y="5669280"/>
            <a:ext cx="5227320" cy="365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Image 4"/>
          <p:cNvSpPr>
            <a:spLocks noGrp="1"/>
          </p:cNvSpPr>
          <p:nvPr>
            <p:ph type="pic" idx="4"/>
          </p:nvPr>
        </p:nvSpPr>
        <p:spPr>
          <a:xfrm>
            <a:off x="6278880" y="4069080"/>
            <a:ext cx="5227320" cy="1554480"/>
          </a:xfrm>
          <a:prstGeom prst="rect">
            <a:avLst/>
          </a:prstGeom>
          <a:solidFill>
            <a:srgbClr val="EBE6EA"/>
          </a:solidFill>
        </p:spPr>
        <p:txBody>
          <a:bodyPr/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0" name="Caption 4"/>
          <p:cNvSpPr>
            <a:spLocks noGrp="1"/>
          </p:cNvSpPr>
          <p:nvPr>
            <p:ph type="body" idx="8"/>
          </p:nvPr>
        </p:nvSpPr>
        <p:spPr>
          <a:xfrm>
            <a:off x="6278880" y="5669280"/>
            <a:ext cx="5227320" cy="365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_Code / Tech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de Card"/>
          <p:cNvSpPr/>
          <p:nvPr/>
        </p:nvSpPr>
        <p:spPr>
          <a:xfrm>
            <a:off x="685800" y="1737360"/>
            <a:ext cx="10820400" cy="4023360"/>
          </a:xfrm>
          <a:prstGeom prst="roundRect">
            <a:avLst>
              <a:gd name="adj" fmla="val 4000"/>
            </a:avLst>
          </a:prstGeom>
          <a:solidFill>
            <a:srgbClr val="1A2B45"/>
          </a:solidFill>
        </p:spPr>
        <p:txBody>
          <a:bodyPr/>
          <a:lstStyle/>
          <a:p>
            <a:endParaRPr/>
          </a:p>
        </p:txBody>
      </p:sp>
      <p:sp>
        <p:nvSpPr>
          <p:cNvPr id="4" name="Dot 1"/>
          <p:cNvSpPr/>
          <p:nvPr/>
        </p:nvSpPr>
        <p:spPr>
          <a:xfrm>
            <a:off x="960120" y="1965960"/>
            <a:ext cx="201168" cy="201168"/>
          </a:xfrm>
          <a:prstGeom prst="ellipse">
            <a:avLst/>
          </a:prstGeom>
          <a:solidFill>
            <a:srgbClr val="F70CD4"/>
          </a:solidFill>
        </p:spPr>
        <p:txBody>
          <a:bodyPr/>
          <a:lstStyle/>
          <a:p>
            <a:endParaRPr/>
          </a:p>
        </p:txBody>
      </p:sp>
      <p:sp>
        <p:nvSpPr>
          <p:cNvPr id="5" name="Dot 2"/>
          <p:cNvSpPr/>
          <p:nvPr/>
        </p:nvSpPr>
        <p:spPr>
          <a:xfrm>
            <a:off x="1280160" y="1965960"/>
            <a:ext cx="201168" cy="201168"/>
          </a:xfrm>
          <a:prstGeom prst="ellipse">
            <a:avLst/>
          </a:prstGeom>
          <a:solidFill>
            <a:srgbClr val="0FBBFA"/>
          </a:solidFill>
        </p:spPr>
        <p:txBody>
          <a:bodyPr/>
          <a:lstStyle/>
          <a:p>
            <a:endParaRPr/>
          </a:p>
        </p:txBody>
      </p:sp>
      <p:sp>
        <p:nvSpPr>
          <p:cNvPr id="6" name="Dot 3"/>
          <p:cNvSpPr/>
          <p:nvPr/>
        </p:nvSpPr>
        <p:spPr>
          <a:xfrm>
            <a:off x="1600200" y="1965960"/>
            <a:ext cx="201168" cy="201168"/>
          </a:xfrm>
          <a:prstGeom prst="ellipse">
            <a:avLst/>
          </a:prstGeom>
          <a:solidFill>
            <a:srgbClr val="5A6B85"/>
          </a:solidFill>
        </p:spPr>
        <p:txBody>
          <a:bodyPr/>
          <a:lstStyle/>
          <a:p>
            <a:endParaRPr/>
          </a:p>
        </p:txBody>
      </p:sp>
      <p:sp>
        <p:nvSpPr>
          <p:cNvPr id="7" name="Code"/>
          <p:cNvSpPr>
            <a:spLocks noGrp="1"/>
          </p:cNvSpPr>
          <p:nvPr>
            <p:ph type="body" idx="1"/>
          </p:nvPr>
        </p:nvSpPr>
        <p:spPr>
          <a:xfrm>
            <a:off x="1051560" y="2423160"/>
            <a:ext cx="10088880" cy="3200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700">
                <a:solidFill>
                  <a:srgbClr val="FFFFFF"/>
                </a:solidFill>
                <a:latin typeface="Courier New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1_Quote / Callout">
    <p:bg>
      <p:bgPr>
        <a:solidFill>
          <a:srgbClr val="EBE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/>
          <p:nvPr/>
        </p:nvSpPr>
        <p:spPr>
          <a:xfrm>
            <a:off x="685800" y="1005840"/>
            <a:ext cx="1828800" cy="146304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12000" b="1">
                <a:solidFill>
                  <a:srgbClr val="F70CD4"/>
                </a:solidFill>
                <a:latin typeface="+mj-lt"/>
              </a:rPr>
              <a:t>“</a:t>
            </a:r>
          </a:p>
        </p:txBody>
      </p:sp>
      <p:sp>
        <p:nvSpPr>
          <p:cNvPr id="3" name="Quote"/>
          <p:cNvSpPr>
            <a:spLocks noGrp="1"/>
          </p:cNvSpPr>
          <p:nvPr>
            <p:ph type="body" idx="1"/>
          </p:nvPr>
        </p:nvSpPr>
        <p:spPr>
          <a:xfrm>
            <a:off x="685800" y="2468880"/>
            <a:ext cx="10820400" cy="23774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i="1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Attribution"/>
          <p:cNvSpPr>
            <a:spLocks noGrp="1"/>
          </p:cNvSpPr>
          <p:nvPr>
            <p:ph type="body" idx="2"/>
          </p:nvPr>
        </p:nvSpPr>
        <p:spPr>
          <a:xfrm>
            <a:off x="685800" y="5029200"/>
            <a:ext cx="10820400" cy="6400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 spc="200">
                <a:solidFill>
                  <a:srgbClr val="0B8FC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_Quiz /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1"/>
          </p:nvPr>
        </p:nvSpPr>
        <p:spPr>
          <a:xfrm>
            <a:off x="685800" y="1188720"/>
            <a:ext cx="10820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 spc="300">
                <a:solidFill>
                  <a:srgbClr val="F70CD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Question"/>
          <p:cNvSpPr>
            <a:spLocks noGrp="1"/>
          </p:cNvSpPr>
          <p:nvPr>
            <p:ph type="title"/>
          </p:nvPr>
        </p:nvSpPr>
        <p:spPr>
          <a:xfrm>
            <a:off x="685800" y="1691640"/>
            <a:ext cx="10820400" cy="11887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Option Row 1"/>
          <p:cNvSpPr/>
          <p:nvPr/>
        </p:nvSpPr>
        <p:spPr>
          <a:xfrm>
            <a:off x="685800" y="3108960"/>
            <a:ext cx="10820400" cy="777240"/>
          </a:xfrm>
          <a:prstGeom prst="roundRect">
            <a:avLst>
              <a:gd name="adj" fmla="val 1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5" name="Chip"/>
          <p:cNvSpPr/>
          <p:nvPr/>
        </p:nvSpPr>
        <p:spPr>
          <a:xfrm>
            <a:off x="868680" y="3218688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FBBF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6" name="Option 1"/>
          <p:cNvSpPr>
            <a:spLocks noGrp="1"/>
          </p:cNvSpPr>
          <p:nvPr>
            <p:ph type="body" idx="2"/>
          </p:nvPr>
        </p:nvSpPr>
        <p:spPr>
          <a:xfrm>
            <a:off x="1600200" y="3108960"/>
            <a:ext cx="9723120" cy="7772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ption Row 2"/>
          <p:cNvSpPr/>
          <p:nvPr/>
        </p:nvSpPr>
        <p:spPr>
          <a:xfrm>
            <a:off x="685800" y="4023360"/>
            <a:ext cx="10820400" cy="777240"/>
          </a:xfrm>
          <a:prstGeom prst="roundRect">
            <a:avLst>
              <a:gd name="adj" fmla="val 1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8" name="Chip"/>
          <p:cNvSpPr/>
          <p:nvPr/>
        </p:nvSpPr>
        <p:spPr>
          <a:xfrm>
            <a:off x="868680" y="4133088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B</a:t>
            </a:r>
          </a:p>
        </p:txBody>
      </p:sp>
      <p:sp>
        <p:nvSpPr>
          <p:cNvPr id="9" name="Option 2"/>
          <p:cNvSpPr>
            <a:spLocks noGrp="1"/>
          </p:cNvSpPr>
          <p:nvPr>
            <p:ph type="body" idx="3"/>
          </p:nvPr>
        </p:nvSpPr>
        <p:spPr>
          <a:xfrm>
            <a:off x="1600200" y="4023360"/>
            <a:ext cx="9723120" cy="7772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Option Row 3"/>
          <p:cNvSpPr/>
          <p:nvPr/>
        </p:nvSpPr>
        <p:spPr>
          <a:xfrm>
            <a:off x="685800" y="4937760"/>
            <a:ext cx="10820400" cy="777240"/>
          </a:xfrm>
          <a:prstGeom prst="roundRect">
            <a:avLst>
              <a:gd name="adj" fmla="val 15000"/>
            </a:avLst>
          </a:prstGeom>
          <a:solidFill>
            <a:srgbClr val="EBE6EA"/>
          </a:solidFill>
        </p:spPr>
        <p:txBody>
          <a:bodyPr/>
          <a:lstStyle/>
          <a:p>
            <a:endParaRPr/>
          </a:p>
        </p:txBody>
      </p:sp>
      <p:sp>
        <p:nvSpPr>
          <p:cNvPr id="11" name="Chip"/>
          <p:cNvSpPr/>
          <p:nvPr/>
        </p:nvSpPr>
        <p:spPr>
          <a:xfrm>
            <a:off x="868680" y="5047488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B8FC2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C</a:t>
            </a:r>
          </a:p>
        </p:txBody>
      </p:sp>
      <p:sp>
        <p:nvSpPr>
          <p:cNvPr id="12" name="Option 3"/>
          <p:cNvSpPr>
            <a:spLocks noGrp="1"/>
          </p:cNvSpPr>
          <p:nvPr>
            <p:ph type="body" idx="4"/>
          </p:nvPr>
        </p:nvSpPr>
        <p:spPr>
          <a:xfrm>
            <a:off x="1600200" y="4937760"/>
            <a:ext cx="9723120" cy="7772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Recap /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Recap List"/>
          <p:cNvSpPr>
            <a:spLocks noGrp="1"/>
          </p:cNvSpPr>
          <p:nvPr>
            <p:ph type="body" idx="1"/>
          </p:nvPr>
        </p:nvSpPr>
        <p:spPr>
          <a:xfrm>
            <a:off x="685800" y="1691640"/>
            <a:ext cx="10820400" cy="4206240"/>
          </a:xfrm>
          <a:prstGeom prst="rect">
            <a:avLst/>
          </a:prstGeom>
        </p:spPr>
        <p:txBody>
          <a:bodyPr/>
          <a:lstStyle>
            <a:lvl1pPr marL="457200" indent="-457200" algn="l">
              <a:spcAft>
                <a:spcPct val="70000"/>
              </a:spcAft>
              <a:buClr>
                <a:srgbClr val="0B8FC2"/>
              </a:buClr>
              <a:buSzPct val="110000"/>
              <a:buFont typeface="Arial"/>
              <a:buChar char="✓"/>
              <a:defRPr sz="2200">
                <a:solidFill>
                  <a:srgbClr val="1A2B4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Mid-Video Remi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minder Text"/>
          <p:cNvSpPr>
            <a:spLocks noGrp="1"/>
          </p:cNvSpPr>
          <p:nvPr>
            <p:ph type="title"/>
          </p:nvPr>
        </p:nvSpPr>
        <p:spPr>
          <a:xfrm>
            <a:off x="914400" y="2103120"/>
            <a:ext cx="10363200" cy="12801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scribe Button"/>
          <p:cNvSpPr/>
          <p:nvPr/>
        </p:nvSpPr>
        <p:spPr>
          <a:xfrm>
            <a:off x="4815840" y="3794760"/>
            <a:ext cx="2560320" cy="731520"/>
          </a:xfrm>
          <a:prstGeom prst="roundRect">
            <a:avLst>
              <a:gd name="adj" fmla="val 22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SUBSCRIBE</a:t>
            </a:r>
          </a:p>
        </p:txBody>
      </p:sp>
      <p:sp>
        <p:nvSpPr>
          <p:cNvPr id="4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5_Outro Like Share Subscri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ro Title"/>
          <p:cNvSpPr>
            <a:spLocks noGrp="1"/>
          </p:cNvSpPr>
          <p:nvPr>
            <p:ph type="title"/>
          </p:nvPr>
        </p:nvSpPr>
        <p:spPr>
          <a:xfrm>
            <a:off x="685800" y="1371600"/>
            <a:ext cx="10820400" cy="11887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rgbClr val="1A2B4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Outro Body"/>
          <p:cNvSpPr>
            <a:spLocks noGrp="1"/>
          </p:cNvSpPr>
          <p:nvPr>
            <p:ph type="body" idx="1"/>
          </p:nvPr>
        </p:nvSpPr>
        <p:spPr>
          <a:xfrm>
            <a:off x="685800" y="2560320"/>
            <a:ext cx="10820400" cy="1188720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ct val="45000"/>
              </a:spcAft>
              <a:buNone/>
              <a:defRPr sz="2000">
                <a:solidFill>
                  <a:srgbClr val="5A6B8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ike Button"/>
          <p:cNvSpPr/>
          <p:nvPr/>
        </p:nvSpPr>
        <p:spPr>
          <a:xfrm>
            <a:off x="685800" y="4297680"/>
            <a:ext cx="3332480" cy="868680"/>
          </a:xfrm>
          <a:prstGeom prst="roundRect">
            <a:avLst>
              <a:gd name="adj" fmla="val 22000"/>
            </a:avLst>
          </a:prstGeom>
          <a:solidFill>
            <a:srgbClr val="EBE6EA"/>
          </a:solidFill>
        </p:spPr>
        <p:txBody>
          <a:bodyPr anchor="ctr"/>
          <a:lstStyle/>
          <a:p>
            <a:pPr algn="ctr"/>
            <a:r>
              <a:rPr lang="en-US" sz="1900" b="1">
                <a:solidFill>
                  <a:srgbClr val="1A2B45"/>
                </a:solidFill>
                <a:latin typeface="+mj-lt"/>
              </a:rPr>
              <a:t>👍  LIKE</a:t>
            </a:r>
          </a:p>
        </p:txBody>
      </p:sp>
      <p:sp>
        <p:nvSpPr>
          <p:cNvPr id="5" name="Share Button"/>
          <p:cNvSpPr/>
          <p:nvPr/>
        </p:nvSpPr>
        <p:spPr>
          <a:xfrm>
            <a:off x="4429760" y="4297680"/>
            <a:ext cx="3332480" cy="868680"/>
          </a:xfrm>
          <a:prstGeom prst="roundRect">
            <a:avLst>
              <a:gd name="adj" fmla="val 22000"/>
            </a:avLst>
          </a:prstGeom>
          <a:solidFill>
            <a:srgbClr val="EBE6EA"/>
          </a:solidFill>
        </p:spPr>
        <p:txBody>
          <a:bodyPr anchor="ctr"/>
          <a:lstStyle/>
          <a:p>
            <a:pPr algn="ctr"/>
            <a:r>
              <a:rPr lang="en-US" sz="1900" b="1">
                <a:solidFill>
                  <a:srgbClr val="1A2B45"/>
                </a:solidFill>
                <a:latin typeface="+mj-lt"/>
              </a:rPr>
              <a:t>⇗  SHARE</a:t>
            </a:r>
          </a:p>
        </p:txBody>
      </p:sp>
      <p:sp>
        <p:nvSpPr>
          <p:cNvPr id="6" name="Subscribe Button"/>
          <p:cNvSpPr/>
          <p:nvPr/>
        </p:nvSpPr>
        <p:spPr>
          <a:xfrm>
            <a:off x="8173720" y="4297680"/>
            <a:ext cx="3332480" cy="868680"/>
          </a:xfrm>
          <a:prstGeom prst="roundRect">
            <a:avLst>
              <a:gd name="adj" fmla="val 22000"/>
            </a:avLst>
          </a:prstGeom>
          <a:solidFill>
            <a:srgbClr val="F70CD4"/>
          </a:solidFill>
        </p:spPr>
        <p:txBody>
          <a:bodyPr anchor="ctr"/>
          <a:lstStyle/>
          <a:p>
            <a:pPr algn="ctr"/>
            <a:r>
              <a:rPr lang="en-US" sz="1900" b="1">
                <a:solidFill>
                  <a:srgbClr val="FFFFFF"/>
                </a:solidFill>
                <a:latin typeface="+mj-lt"/>
              </a:rPr>
              <a:t>SUBSCRIBE</a:t>
            </a:r>
          </a:p>
        </p:txBody>
      </p:sp>
      <p:sp>
        <p:nvSpPr>
          <p:cNvPr id="7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QLYST Tag"/>
          <p:cNvSpPr/>
          <p:nvPr/>
        </p:nvSpPr>
        <p:spPr>
          <a:xfrm>
            <a:off x="10317480" y="6053328"/>
            <a:ext cx="1188720" cy="384048"/>
          </a:xfrm>
          <a:prstGeom prst="roundRect">
            <a:avLst>
              <a:gd name="adj" fmla="val 25000"/>
            </a:avLst>
          </a:prstGeom>
          <a:solidFill>
            <a:srgbClr val="E63946"/>
          </a:solidFill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+mj-lt"/>
              </a:rPr>
              <a:t>IQLYST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820400" cy="9144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554480"/>
            <a:ext cx="10820400" cy="42062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Footer Placeholder"/>
          <p:cNvSpPr>
            <a:spLocks noGrp="1"/>
          </p:cNvSpPr>
          <p:nvPr>
            <p:ph type="ftr" idx="2"/>
          </p:nvPr>
        </p:nvSpPr>
        <p:spPr>
          <a:xfrm>
            <a:off x="685800" y="6172200"/>
            <a:ext cx="6400800" cy="3657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Slide Number Placeholder"/>
          <p:cNvSpPr>
            <a:spLocks noGrp="1"/>
          </p:cNvSpPr>
          <p:nvPr>
            <p:ph type="sldNum" idx="3"/>
          </p:nvPr>
        </p:nvSpPr>
        <p:spPr>
          <a:xfrm>
            <a:off x="10408920" y="6172200"/>
            <a:ext cx="1097280" cy="3657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xStyles>
    <p:titleStyle>
      <a:lvl1pPr marL="0" indent="0" algn="l" eaLnBrk="1" hangingPunct="1">
        <a:spcBef>
          <a:spcPct val="0"/>
        </a:spcBef>
        <a:buNone/>
        <a:defRPr sz="3600" b="1">
          <a:solidFill>
            <a:schemeClr val="tx1"/>
          </a:solidFill>
          <a:latin typeface="+mj-lt"/>
        </a:defRPr>
      </a:lvl1pPr>
    </p:titleStyle>
    <p:bodyStyle>
      <a:lvl1pPr marL="347472" indent="-347472" algn="l" eaLnBrk="1" hangingPunct="1">
        <a:spcBef>
          <a:spcPct val="0"/>
        </a:spcBef>
        <a:spcAft>
          <a:spcPct val="45000"/>
        </a:spcAft>
        <a:buClr>
          <a:srgbClr val="0FBBFA"/>
        </a:buClr>
        <a:buFont typeface="Arial"/>
        <a:buChar char="•"/>
        <a:defRPr sz="2000">
          <a:solidFill>
            <a:schemeClr val="tx1"/>
          </a:solidFill>
          <a:latin typeface="+mn-lt"/>
        </a:defRPr>
      </a:lvl1pPr>
      <a:lvl2pPr marL="685800" indent="-338328" algn="l" eaLnBrk="1" hangingPunct="1">
        <a:spcBef>
          <a:spcPct val="20000"/>
        </a:spcBef>
        <a:spcAft>
          <a:spcPct val="30000"/>
        </a:spcAft>
        <a:buClr>
          <a:srgbClr val="F70CD4"/>
        </a:buClr>
        <a:buFont typeface="Arial"/>
        <a:buChar char="–"/>
        <a:defRPr sz="1700">
          <a:solidFill>
            <a:srgbClr val="5A6B85"/>
          </a:solidFill>
          <a:latin typeface="+mn-lt"/>
        </a:defRPr>
      </a:lvl2pPr>
      <a:lvl3pPr marL="1005840" indent="-320040" algn="l" eaLnBrk="1" hangingPunct="1">
        <a:spcBef>
          <a:spcPct val="20000"/>
        </a:spcBef>
        <a:buClr>
          <a:srgbClr val="5A6B85"/>
        </a:buClr>
        <a:buFont typeface="Arial"/>
        <a:buChar char="•"/>
        <a:defRPr sz="1500">
          <a:solidFill>
            <a:srgbClr val="5A6B85"/>
          </a:solidFill>
          <a:latin typeface="+mn-lt"/>
        </a:defRPr>
      </a:lvl3pPr>
      <a:lvl4pPr marL="1280160" indent="-274320" algn="l" eaLnBrk="1" hangingPunct="1">
        <a:buClr>
          <a:srgbClr val="5A6B85"/>
        </a:buClr>
        <a:buFont typeface="Arial"/>
        <a:buChar char="•"/>
        <a:defRPr sz="1400">
          <a:solidFill>
            <a:srgbClr val="5A6B85"/>
          </a:solidFill>
          <a:latin typeface="+mn-lt"/>
        </a:defRPr>
      </a:lvl4pPr>
      <a:lvl5pPr marL="1554480" indent="-274320" algn="l" eaLnBrk="1" hangingPunct="1">
        <a:buClr>
          <a:srgbClr val="5A6B85"/>
        </a:buClr>
        <a:buFont typeface="Arial"/>
        <a:buChar char="•"/>
        <a:defRPr sz="1400">
          <a:solidFill>
            <a:srgbClr val="5A6B85"/>
          </a:solidFill>
          <a:latin typeface="+mn-lt"/>
        </a:defRPr>
      </a:lvl5pPr>
      <a:lvl6pPr marL="1828800" indent="-274320" algn="l" eaLnBrk="1" hangingPunct="1">
        <a:buClr>
          <a:srgbClr val="5A6B85"/>
        </a:buClr>
        <a:buFont typeface="Arial"/>
        <a:buChar char="•"/>
        <a:defRPr sz="1400">
          <a:solidFill>
            <a:srgbClr val="5A6B85"/>
          </a:solidFill>
          <a:latin typeface="+mn-lt"/>
        </a:defRPr>
      </a:lvl6pPr>
      <a:lvl7pPr marL="2103120" indent="-274320" algn="l" eaLnBrk="1" hangingPunct="1">
        <a:buClr>
          <a:srgbClr val="5A6B85"/>
        </a:buClr>
        <a:buFont typeface="Arial"/>
        <a:buChar char="•"/>
        <a:defRPr sz="1400">
          <a:solidFill>
            <a:srgbClr val="5A6B85"/>
          </a:solidFill>
          <a:latin typeface="+mn-lt"/>
        </a:defRPr>
      </a:lvl7pPr>
      <a:lvl8pPr marL="2377440" indent="-274320" algn="l" eaLnBrk="1" hangingPunct="1">
        <a:buClr>
          <a:srgbClr val="5A6B85"/>
        </a:buClr>
        <a:buFont typeface="Arial"/>
        <a:buChar char="•"/>
        <a:defRPr sz="1400">
          <a:solidFill>
            <a:srgbClr val="5A6B85"/>
          </a:solidFill>
          <a:latin typeface="+mn-lt"/>
        </a:defRPr>
      </a:lvl8pPr>
      <a:lvl9pPr marL="2651760" indent="-274320" algn="l" eaLnBrk="1" hangingPunct="1">
        <a:buClr>
          <a:srgbClr val="5A6B85"/>
        </a:buClr>
        <a:buFont typeface="Arial"/>
        <a:buChar char="•"/>
        <a:defRPr sz="1400">
          <a:solidFill>
            <a:srgbClr val="5A6B85"/>
          </a:solidFill>
          <a:latin typeface="+mn-lt"/>
        </a:defRPr>
      </a:lvl9pPr>
    </p:bodyStyle>
    <p:otherStyle>
      <a:lvl1pPr marL="0" indent="0" algn="l" eaLnBrk="1" hangingPunct="1">
        <a:buNone/>
        <a:defRPr sz="1600">
          <a:solidFill>
            <a:schemeClr val="tx1"/>
          </a:solidFill>
          <a:latin typeface="+mn-lt"/>
        </a:defRPr>
      </a:lvl1pPr>
      <a:lvl2pPr marL="0" indent="0" algn="l" eaLnBrk="1" hangingPunct="1">
        <a:buNone/>
        <a:defRPr sz="1600">
          <a:solidFill>
            <a:schemeClr val="tx1"/>
          </a:solidFill>
          <a:latin typeface="+mn-lt"/>
        </a:defRPr>
      </a:lvl2pPr>
      <a:lvl3pPr marL="0" indent="0" algn="l" eaLnBrk="1" hangingPunct="1">
        <a:buNone/>
        <a:defRPr sz="1600">
          <a:solidFill>
            <a:schemeClr val="tx1"/>
          </a:solidFill>
          <a:latin typeface="+mn-lt"/>
        </a:defRPr>
      </a:lvl3pPr>
      <a:lvl4pPr marL="0" indent="0" algn="l" eaLnBrk="1" hangingPunct="1">
        <a:buNone/>
        <a:defRPr sz="1600">
          <a:solidFill>
            <a:schemeClr val="tx1"/>
          </a:solidFill>
          <a:latin typeface="+mn-lt"/>
        </a:defRPr>
      </a:lvl4pPr>
      <a:lvl5pPr marL="0" indent="0" algn="l" eaLnBrk="1" hangingPunct="1">
        <a:buNone/>
        <a:defRPr sz="1600">
          <a:solidFill>
            <a:schemeClr val="tx1"/>
          </a:solidFill>
          <a:latin typeface="+mn-lt"/>
        </a:defRPr>
      </a:lvl5pPr>
      <a:lvl6pPr marL="0" indent="0" algn="l" eaLnBrk="1" hangingPunct="1">
        <a:buNone/>
        <a:defRPr sz="1600">
          <a:solidFill>
            <a:schemeClr val="tx1"/>
          </a:solidFill>
          <a:latin typeface="+mn-lt"/>
        </a:defRPr>
      </a:lvl6pPr>
      <a:lvl7pPr marL="0" indent="0" algn="l" eaLnBrk="1" hangingPunct="1">
        <a:buNone/>
        <a:defRPr sz="1600">
          <a:solidFill>
            <a:schemeClr val="tx1"/>
          </a:solidFill>
          <a:latin typeface="+mn-lt"/>
        </a:defRPr>
      </a:lvl7pPr>
      <a:lvl8pPr marL="0" indent="0" algn="l" eaLnBrk="1" hangingPunct="1">
        <a:buNone/>
        <a:defRPr sz="1600">
          <a:solidFill>
            <a:schemeClr val="tx1"/>
          </a:solidFill>
          <a:latin typeface="+mn-lt"/>
        </a:defRPr>
      </a:lvl8pPr>
      <a:lvl9pPr marL="0" indent="0" algn="l" eaLnBrk="1" hangingPunct="1">
        <a:buNone/>
        <a:defRPr sz="16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1" Type="http://schemas.openxmlformats.org/officeDocument/2006/relationships/image" Target="../media/aiimg101.jp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4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7.xml"/>
<Relationship Id="rId102" Type="http://schemas.openxmlformats.org/officeDocument/2006/relationships/image" Target="../media/aiimg102.jp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7.xml"/>
<Relationship Id="rId103" Type="http://schemas.openxmlformats.org/officeDocument/2006/relationships/image" Target="../media/aiimg103.jp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7.xml"/>
<Relationship Id="rId104" Type="http://schemas.openxmlformats.org/officeDocument/2006/relationships/image" Target="../media/aiimg104.jp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7.xml"/>
<Relationship Id="rId105" Type="http://schemas.openxmlformats.org/officeDocument/2006/relationships/image" Target="../media/aiimg105.jp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7.xml"/>
<Relationship Id="rId106" Type="http://schemas.openxmlformats.org/officeDocument/2006/relationships/image" Target="../media/aiimg106.jp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Professional Career Development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Ongoing process to improve skills, knowledge, experience.</a:t>
            </a:r>
          </a:p>
          <a:p>
            <a:r>
              <a:rPr lang="en-US" dirty="0"/>
              <a:t>Involves intentional steps to grow and adapt professionally.</a:t>
            </a:r>
          </a:p>
          <a:p>
            <a:r>
              <a:rPr lang="en-US" dirty="0"/>
              <a:t>Crucial for staying relevant and achieving career goals.</a:t>
            </a:r>
          </a:p>
          <a:p>
            <a:r>
              <a:rPr lang="en-US" dirty="0"/>
              <a:t>Maximizes potential in an evolving professional landscape.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en-US" dirty="0"/>
              <a:t>Ongoing process to improve skills, knowledge, experience.</a:t>
            </a:r>
          </a:p>
        </p:txBody>
      </p:sp>
      <p:pic>
        <p:nvPicPr>
          <p:cNvPr id="5" name="AI Picture"/>
          <p:cNvPicPr>
            <a:picLocks noChangeAspect="1"/>
          </p:cNvPicPr>
          <p:nvPr>
            <p:ph type="pic" idx="1"/>
          </p:nvPr>
        </p:nvPicPr>
        <p:blipFill>
          <a:blip r:embed="rId101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Your Career Journey: Stages of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Novice: Starting Your Journey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Self-Assessment: Understand interests, values, strengths.</a:t>
            </a:r>
          </a:p>
          <a:p>
            <a:r>
              <a:rPr lang="en-US" dirty="0"/>
              <a:t>Basic Goal Setting: Define success, set achievable goals.</a:t>
            </a:r>
          </a:p>
          <a:p>
            <a:r>
              <a:rPr lang="en-US" dirty="0"/>
              <a:t>Foundational Skill Building: Develop essential entry-level skills.</a:t>
            </a:r>
          </a:p>
          <a:p>
            <a:r>
              <a:rPr lang="en-US" dirty="0"/>
              <a:t>Information Gathering: Research career paths and industries.</a:t>
            </a:r>
          </a:p>
        </p:txBody>
      </p:sp>
      <p:pic>
        <p:nvPicPr>
          <p:cNvPr id="4" name="AI Picture"/>
          <p:cNvPicPr>
            <a:picLocks noChangeAspect="1"/>
          </p:cNvPicPr>
          <p:nvPr>
            <p:ph type="pic" idx="1"/>
          </p:nvPr>
        </p:nvPicPr>
        <p:blipFill>
          <a:blip r:embed="rId102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Professional: Building Momentum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Skill Specialization: Develop expertise in relevant areas.</a:t>
            </a:r>
          </a:p>
          <a:p>
            <a:r>
              <a:rPr lang="en-US" dirty="0"/>
              <a:t>Networking: Build professional relationships actively.</a:t>
            </a:r>
          </a:p>
          <a:p>
            <a:r>
              <a:rPr lang="en-US" dirty="0"/>
              <a:t>Personal Brand Development: Optimize resume, LinkedIn, pitch.</a:t>
            </a:r>
          </a:p>
          <a:p>
            <a:r>
              <a:rPr lang="en-US" dirty="0"/>
              <a:t>Seeking Feedback: Actively solicit constructive criticism.</a:t>
            </a:r>
          </a:p>
          <a:p>
            <a:r>
              <a:rPr lang="en-US" dirty="0"/>
              <a:t>Mentorship: Seek guidance from experienced professionals.</a:t>
            </a:r>
          </a:p>
        </p:txBody>
      </p:sp>
      <p:pic>
        <p:nvPicPr>
          <p:cNvPr id="4" name="AI Picture"/>
          <p:cNvPicPr>
            <a:picLocks noChangeAspect="1"/>
          </p:cNvPicPr>
          <p:nvPr>
            <p:ph type="pic" idx="1"/>
          </p:nvPr>
        </p:nvPicPr>
        <p:blipFill>
          <a:blip r:embed="rId103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Experienced Professional: Leading and Contributing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Leadership Development: Cultivate skills leading teams, projects.</a:t>
            </a:r>
          </a:p>
          <a:p>
            <a:r>
              <a:rPr lang="en-US" dirty="0"/>
              <a:t>Strategic Thinking: Connect tasks to broader goals.</a:t>
            </a:r>
          </a:p>
          <a:p>
            <a:r>
              <a:rPr lang="en-US" dirty="0"/>
              <a:t>Continuous Learning: Stay current with industry trends.</a:t>
            </a:r>
          </a:p>
          <a:p>
            <a:r>
              <a:rPr lang="en-US" dirty="0"/>
              <a:t>Mentoring Others: Share knowledge, guide junior colleagues.</a:t>
            </a:r>
          </a:p>
          <a:p>
            <a:r>
              <a:rPr lang="en-US" dirty="0"/>
              <a:t>Conflict Resolution: Develop advanced interpersonal skills.</a:t>
            </a:r>
          </a:p>
        </p:txBody>
      </p:sp>
      <p:pic>
        <p:nvPicPr>
          <p:cNvPr id="4" name="AI Picture"/>
          <p:cNvPicPr>
            <a:picLocks noChangeAspect="1"/>
          </p:cNvPicPr>
          <p:nvPr>
            <p:ph type="pic" idx="1"/>
          </p:nvPr>
        </p:nvPicPr>
        <p:blipFill>
          <a:blip r:embed="rId104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Standard: Shaping the Future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Thought Leadership: Share expertise via presentations, publications.</a:t>
            </a:r>
          </a:p>
          <a:p>
            <a:r>
              <a:rPr lang="en-US" dirty="0"/>
              <a:t>Executive Presence: Cultivate confidence, clear communication.</a:t>
            </a:r>
          </a:p>
          <a:p>
            <a:r>
              <a:rPr lang="en-US" dirty="0"/>
              <a:t>Global Perspective: Understand diverse markets and practices.</a:t>
            </a:r>
          </a:p>
          <a:p>
            <a:r>
              <a:rPr lang="en-US" dirty="0"/>
              <a:t>Strategic Impact: Drive significant change and innovation.</a:t>
            </a:r>
          </a:p>
          <a:p>
            <a:r>
              <a:rPr lang="en-US" dirty="0"/>
              <a:t>Legacy Building: Focus on creating lasting positive impact.</a:t>
            </a:r>
          </a:p>
        </p:txBody>
      </p:sp>
      <p:pic>
        <p:nvPicPr>
          <p:cNvPr id="4" name="AI Picture"/>
          <p:cNvPicPr>
            <a:picLocks noChangeAspect="1"/>
          </p:cNvPicPr>
          <p:nvPr>
            <p:ph type="pic" idx="1"/>
          </p:nvPr>
        </p:nvPicPr>
        <p:blipFill>
          <a:blip r:embed="rId105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Your Career Development Journey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Absolute Novice: Self-discovery and basic skills.</a:t>
            </a:r>
          </a:p>
          <a:p>
            <a:r>
              <a:rPr lang="en-US" dirty="0"/>
              <a:t>Developing Professional: Specialization and personal brand.</a:t>
            </a:r>
          </a:p>
          <a:p>
            <a:r>
              <a:rPr lang="en-US" dirty="0"/>
              <a:t>Experienced Professional: Leadership and strategic impact.</a:t>
            </a:r>
          </a:p>
          <a:p>
            <a:r>
              <a:rPr lang="en-US" dirty="0"/>
              <a:t>Industry Standard: Thought leadership and legacy building.</a:t>
            </a:r>
          </a:p>
          <a:p>
            <a:r>
              <a:rPr lang="en-US" dirty="0"/>
              <a:t>Each stage builds upon the previous one.</a:t>
            </a:r>
          </a:p>
        </p:txBody>
      </p:sp>
      <p:pic>
        <p:nvPicPr>
          <p:cNvPr id="4" name="AI Picture"/>
          <p:cNvPicPr>
            <a:picLocks noChangeAspect="1"/>
          </p:cNvPicPr>
          <p:nvPr>
            <p:ph type="pic" idx="1"/>
          </p:nvPr>
        </p:nvPicPr>
        <p:blipFill>
          <a:blip r:embed="rId106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 for Your Career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Tube">
  <a:themeElements>
    <a:clrScheme name="EduTube">
      <a:dk1>
        <a:srgbClr val="1A2B45"/>
      </a:dk1>
      <a:lt1>
        <a:srgbClr val="FFFFFF"/>
      </a:lt1>
      <a:dk2>
        <a:srgbClr val="5A6B85"/>
      </a:dk2>
      <a:lt2>
        <a:srgbClr val="EBE6EA"/>
      </a:lt2>
      <a:accent1>
        <a:srgbClr val="0FBBFA"/>
      </a:accent1>
      <a:accent2>
        <a:srgbClr val="F70CD4"/>
      </a:accent2>
      <a:accent3>
        <a:srgbClr val="0B8FC2"/>
      </a:accent3>
      <a:accent4>
        <a:srgbClr val="C40AA8"/>
      </a:accent4>
      <a:accent5>
        <a:srgbClr val="1A2B45"/>
      </a:accent5>
      <a:accent6>
        <a:srgbClr val="5A6B85"/>
      </a:accent6>
      <a:hlink>
        <a:srgbClr val="0FBBFA"/>
      </a:hlink>
      <a:folHlink>
        <a:srgbClr val="F70CD4"/>
      </a:folHlink>
    </a:clrScheme>
    <a:fontScheme name="EduTube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EduTube">
      <a:fillStyleLst>
        <a:solidFill>
          <a:schemeClr val="phClr"/>
        </a:solidFill>
        <a:solidFill>
          <a:schemeClr val="phClr">
            <a:lumMod val="110000"/>
            <a:satMod val="105000"/>
            <a:tint val="67000"/>
          </a:schemeClr>
        </a:solidFill>
        <a:solidFill>
          <a:schemeClr val="phClr">
            <a:lumMod val="105000"/>
            <a:satMod val="103000"/>
            <a:tint val="73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90000" dist="40000" dir="5400000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4CAADBB-DFFB-4230-A69F-318490DD33FE}" vid="{7EEA1BED-5E50-4AF9-BA51-AC0B3CD84C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EduTube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Bhattacharya, Aishee</dc:creator>
  <cp:lastModifiedBy>Bhattacharya, Aishee</cp:lastModifiedBy>
  <cp:revision>1</cp:revision>
  <dcterms:created xsi:type="dcterms:W3CDTF">2026-07-20T04:44:58Z</dcterms:created>
  <dcterms:modified xsi:type="dcterms:W3CDTF">2026-07-20T04:50:05Z</dcterms:modified>
</cp:coreProperties>
</file>